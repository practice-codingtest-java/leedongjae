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 &amp; STOMP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양방향 통신의 이해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등장 배경: HTTP의 한계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통신의 특성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클라이언트-서버 단방향 통신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클라이언트가 요청해야만 응답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서버에서 먼저 데이터를 보낼 수 없음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solidFill>
            <a:srgbClr val="FFEBEE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0" y="155448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문제점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불필요한 트래픽 증가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비용 증가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요청-응답 지연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통신 불가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 이전의 시도들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폴링 (Polling)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주기적으로 서버에 요청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트래픽 증가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지연시간 발생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0" y="1371600"/>
            <a:ext cx="73152" cy="2286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55448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 폴링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데이터가 없으면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일정시간 대기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근본적 해결 안됨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371600"/>
            <a:ext cx="73152" cy="2286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54480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Events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서버→클라이언트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단방향 통신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양방향 통신 불가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WebSocket의 필요성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WebSocket이란?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기반의 양방향 실시간 통신 프로토콜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8090"/>
                </a:solidFill>
              </a:rPr>
              <a:t>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신뢰성 보장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기반으로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전송 보장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82880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8090"/>
                </a:solidFill>
              </a:rPr>
              <a:t>↔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 통신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클라이언트↔서버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자유로운 통신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8090"/>
                </a:solidFill>
              </a:rPr>
              <a:t>⚡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연결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한번 연결 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계속 유지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182880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8090"/>
                </a:solidFill>
              </a:rPr>
              <a:t>⬇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04088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낮은 오버헤드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HTTP 요청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없이 통신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ws:// (HTTP) / wss:// (HTTPS)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 동작 과정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핸드셰이크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요청으로 시작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Upgrade: websocket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Connection: Upgrade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프로토콜 전환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응답: 101 Switching Protocols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→ WebSocket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 통신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 ↔ 서버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자유로운 메시지 전송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56616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종료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4160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종료 프레임 전송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상호 응답으로 종료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371600"/>
            <a:ext cx="4114800" cy="292608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5544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웹소켓 연결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E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socket = </a:t>
            </a:r>
            <a:pPr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WebSocket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('ws://localhost:8080');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연결 성공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socket.onopen =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console.log('연결됨');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메시지 수신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socket.onmessage = (event)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console.log(event.data);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 이벤트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14630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연결이 열렸을 때 발생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48840"/>
            <a:ext cx="73152" cy="6400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40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22402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수신했을 때 발생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6400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3017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연결, 데이터 전송 실패 등 오류 발생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03320"/>
            <a:ext cx="73152" cy="64008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0" y="37947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연결이 닫혔을 때 발생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WebSocket의 장단점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장점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양방향 통신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낮은 지연시간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적은 오버헤드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자원 효율적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4114800" cy="27432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단점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미지원 브라우저 사용 불가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다수 연결 시 서버 부하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상세한 에러 처리 한계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재연결 로직 직접 구현 필요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STOMP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Text Oriented Messaging Protocol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위에서 동작하는 메시징 프로토콜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WebSocket만으로는 부족한 이유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형식 미정의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누가, 어디로, 무엇을 보낼지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개발자가 직접 정의해야 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🔀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661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라우팅 로직 부재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468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채팅방 사용자들에게만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메시지를 보내는 로직 직접 구현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📬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 관리의 어려움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4688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채팅방, 특정 주제 구독 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로직을 직접 구현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3931920"/>
            <a:ext cx="45720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3931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STOMP로 해결!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STOMP의 주요 기능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Pub/Sub 패턴 지원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토픽에 메시지를 발행하면, 구독자 모두가 메시지를 받음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Destination 개념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/topic (1:N 다수 구독),  /queue (1:1 개인 메시지)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표준화된 명령어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CONNECT, SUBSCRIBE, SEND, DISCONNECT 등 표준 명령어 제공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STOMP 동작 방식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292608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accept-version:1.2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host:localhost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id:sub-1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destination:/topic/chat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5E1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destination:/app/chat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3A6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{"message":"안녕하세요"}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CONNECT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서버에 연결 요청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2057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SUBSCRIBE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토픽 구독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3063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전송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MESSAGE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구독자들이 수신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채팅방 메시지 흐름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A 입장 → /topic/chat/room1 구독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B 입장 → /topic/chat/room1 구독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46888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A 메시지 전송 → /app/chat/room1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310896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291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서버가 메시지 처리 후 /topic/chat/room1로 발행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74904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931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A와 B 모두 메시지 수신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 vs STOMP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WebSocket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STOMP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양방향 통신 채널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메시징 프로토콜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메시지 형식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개발자가 직접 정의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표준화된 형식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라우팅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직접 구현 필요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Destination 기반 자동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Pub/Sub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직접 구현 필요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기본 제공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구독 관리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직접 구현 필요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SUBSCRIBE 명령어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Spring Boot에서 STOMP 설정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@EnableWebSocketMessageBroker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WebSocketConfig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registerStompEndpoints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registry.addEndpoint("/ws")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.withSockJS();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configureMessageBroker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registry.enableSimpleBroker("/topic", "/queue");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registry.setApplicationDestinationPrefixes("/app");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클라이언트에서 STOMP 사용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 = </a:t>
            </a:r>
            <a:pPr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SockJS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('/ws');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E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</a:t>
            </a:r>
            <a:pPr indent="0" marL="0">
              <a:buNone/>
            </a:pPr>
            <a:r>
              <a:rPr lang="en-US" sz="110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Stomp.over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(socket);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연결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client.connect({},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구독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client.subscribe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('/topic/chat', (msg)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console.log(JSON.parse(msg.body));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메시지 전송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client.send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('/app/chat', {}, JSON.stringify({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sender: '동재', content: '안녕하세요!'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STOMP 사용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25603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표준화된 프로토콜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시간 단축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Pub/Sub 패턴 쉽게 구현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라우팅 간편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Spring과 통합 용이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4114800" cy="25603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주의사항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기반 (바이너리 X)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약간의 오버헤드 존재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대규모: RabbitMQ/ActiveMQ 고려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정리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828800" y="2011680"/>
            <a:ext cx="5486400" cy="21031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103120" y="219456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 실시간 통신 채널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STOMP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위에서 동작하는 메시징 프로토콜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표준화된 메시지 형식과 라우팅 제공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WebSocket &amp; STOMP</dc:title>
  <dc:subject>PptxGenJS Presentation</dc:subject>
  <dc:creator>Leedongjae</dc:creator>
  <cp:lastModifiedBy>Leedongjae</cp:lastModifiedBy>
  <cp:revision>1</cp:revision>
  <dcterms:created xsi:type="dcterms:W3CDTF">2026-02-08T13:20:03Z</dcterms:created>
  <dcterms:modified xsi:type="dcterms:W3CDTF">2026-02-08T13:20:03Z</dcterms:modified>
</cp:coreProperties>
</file>